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_nor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_norm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_norm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_norm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_norm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ABF28F-F40A-64A8-FF56-6FB9ACB3F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668" y="0"/>
            <a:ext cx="1232262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_norm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F87F59-439B-49E0-4C00-5D43F5D31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"/>
            <a:ext cx="12192000" cy="68552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_norm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_norm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_norm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_norm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_norm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_norm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_norm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SomnusTwin — Peace Out Crew — SIH Final v6</dc:title>
  <dc:subject>Happiest Health Digital Twin Challenge 2026</dc:subject>
  <dc:creator>Peace Out Crew</dc:creator>
  <cp:keywords>SomnusTwin, Digital Twin, OSA, LOSO-CV, AUROC, AUPRC, Peace Out Crew</cp:keywords>
  <dc:description>generated using python-pptx</dc:description>
  <cp:lastModifiedBy>DARSHAN DUSHING - 60003230246</cp:lastModifiedBy>
  <cp:revision>3</cp:revision>
  <dcterms:created xsi:type="dcterms:W3CDTF">2013-01-27T09:14:16Z</dcterms:created>
  <dcterms:modified xsi:type="dcterms:W3CDTF">2026-10-06T11:07:40Z</dcterms:modified>
  <cp:category/>
</cp:coreProperties>
</file>